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5" r:id="rId11"/>
    <p:sldId id="270" r:id="rId1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4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4.jp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4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8.jpg" /><Relationship Id="rId1" Type="http://schemas.openxmlformats.org/officeDocument/2006/relationships/slideLayout" Target="../slideLayouts/slideLayout4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 /><Relationship Id="rId2" Type="http://schemas.openxmlformats.org/officeDocument/2006/relationships/image" Target="../media/image9.jpg" /><Relationship Id="rId1" Type="http://schemas.openxmlformats.org/officeDocument/2006/relationships/slideLayout" Target="../slideLayouts/slideLayout4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4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3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1523999" y="19665"/>
            <a:ext cx="7629525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b="1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b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spc="15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1</a:t>
            </a:fld>
            <a:endParaRPr spc="1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5ADE35-C35B-07C1-F5AA-C33B3DDB802E}"/>
              </a:ext>
            </a:extLst>
          </p:cNvPr>
          <p:cNvSpPr txBox="1"/>
          <p:nvPr/>
        </p:nvSpPr>
        <p:spPr>
          <a:xfrm>
            <a:off x="3581400" y="3080675"/>
            <a:ext cx="8610600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STUDENT </a:t>
            </a:r>
            <a:r>
              <a:rPr lang="en-US" sz="2400" dirty="0" err="1"/>
              <a:t>NAME:B.Niharshna</a:t>
            </a:r>
            <a:endParaRPr lang="en-US" sz="2400" dirty="0"/>
          </a:p>
          <a:p>
            <a:r>
              <a:rPr lang="en-US" sz="2400" dirty="0"/>
              <a:t>REGISTER NO AND NMID: 2426j0219and asbrubd24bscit39</a:t>
            </a:r>
            <a:endParaRPr lang="en-US" sz="2400" dirty="0">
              <a:cs typeface="Calibri"/>
            </a:endParaRPr>
          </a:p>
          <a:p>
            <a:r>
              <a:rPr lang="en-US" sz="2400" dirty="0"/>
              <a:t>DEPARTMENT: School of computer application </a:t>
            </a:r>
          </a:p>
          <a:p>
            <a:r>
              <a:rPr lang="en-US" sz="2400" dirty="0"/>
              <a:t>COLLEGE: SHREE </a:t>
            </a:r>
            <a:r>
              <a:rPr lang="en-US" sz="2400" dirty="0" err="1"/>
              <a:t>Venkateshwara</a:t>
            </a:r>
            <a:r>
              <a:rPr lang="en-US" sz="2400" dirty="0"/>
              <a:t> arts and science College/ </a:t>
            </a:r>
            <a:r>
              <a:rPr lang="en-US" sz="2400" dirty="0" err="1"/>
              <a:t>Bharathiyar</a:t>
            </a:r>
            <a:r>
              <a:rPr lang="en-US" sz="2400" dirty="0"/>
              <a:t> university </a:t>
            </a:r>
          </a:p>
          <a:p>
            <a:r>
              <a:rPr lang="en-US" sz="2400" dirty="0"/>
              <a:t>           </a:t>
            </a:r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3909695" cy="263277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250" dirty="0"/>
              <a:t>PROJECT TITLE </a:t>
            </a:r>
            <a:br>
              <a:rPr lang="en-US" sz="4250" dirty="0"/>
            </a:br>
            <a:r>
              <a:rPr lang="en-US" sz="4250" dirty="0"/>
              <a:t>       STUDENT</a:t>
            </a:r>
            <a:br>
              <a:rPr lang="en-US" sz="4250" dirty="0"/>
            </a:br>
            <a:r>
              <a:rPr lang="en-US" sz="4250" dirty="0"/>
              <a:t>DIGITAL</a:t>
            </a:r>
            <a:br>
              <a:rPr lang="en-US" sz="4250" dirty="0"/>
            </a:br>
            <a:r>
              <a:rPr lang="en-US" sz="4250" dirty="0"/>
              <a:t> PORTFOLIO </a:t>
            </a:r>
            <a:endParaRPr sz="4250" dirty="0"/>
          </a:p>
        </p:txBody>
      </p:sp>
      <p:grpSp>
        <p:nvGrpSpPr>
          <p:cNvPr id="18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 dirty="0"/>
              <a:t>A</a:t>
            </a:r>
            <a:r>
              <a:rPr spc="-5" dirty="0"/>
              <a:t>G</a:t>
            </a:r>
            <a:r>
              <a:rPr spc="-35" dirty="0"/>
              <a:t>E</a:t>
            </a:r>
            <a:r>
              <a:rPr spc="15" dirty="0"/>
              <a:t>N</a:t>
            </a:r>
            <a:r>
              <a:rPr dirty="0"/>
              <a:t>DA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827FA3-A9D4-0FE5-45BE-664C8C920E82}"/>
              </a:ext>
            </a:extLst>
          </p:cNvPr>
          <p:cNvSpPr txBox="1"/>
          <p:nvPr/>
        </p:nvSpPr>
        <p:spPr>
          <a:xfrm>
            <a:off x="2509807" y="1041533"/>
            <a:ext cx="5029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28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4072" y="575055"/>
            <a:ext cx="56368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z="4250" spc="-20" dirty="0"/>
              <a:t>P</a:t>
            </a:r>
            <a:r>
              <a:rPr sz="4250" spc="15" dirty="0"/>
              <a:t>ROB</a:t>
            </a:r>
            <a:r>
              <a:rPr sz="4250" spc="55" dirty="0"/>
              <a:t>L</a:t>
            </a:r>
            <a:r>
              <a:rPr sz="4250" spc="-20" dirty="0"/>
              <a:t>E</a:t>
            </a:r>
            <a:r>
              <a:rPr sz="4250" spc="20" dirty="0"/>
              <a:t>M</a:t>
            </a:r>
            <a:r>
              <a:rPr sz="4250" dirty="0"/>
              <a:t>	</a:t>
            </a:r>
            <a:r>
              <a:rPr sz="4250" spc="10" dirty="0"/>
              <a:t>S</a:t>
            </a:r>
            <a:r>
              <a:rPr sz="4250" spc="-370" dirty="0"/>
              <a:t>T</a:t>
            </a:r>
            <a:r>
              <a:rPr sz="4250" spc="-375" dirty="0"/>
              <a:t>A</a:t>
            </a:r>
            <a:r>
              <a:rPr sz="4250" spc="15" dirty="0"/>
              <a:t>T</a:t>
            </a:r>
            <a:r>
              <a:rPr sz="4250" spc="-10" dirty="0"/>
              <a:t>E</a:t>
            </a:r>
            <a:r>
              <a:rPr sz="4250" spc="-20" dirty="0"/>
              <a:t>ME</a:t>
            </a:r>
            <a:r>
              <a:rPr sz="4250" spc="10" dirty="0"/>
              <a:t>NT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DA6136-EDC4-FA73-C23E-DD3EEBA0D265}"/>
              </a:ext>
            </a:extLst>
          </p:cNvPr>
          <p:cNvSpPr txBox="1"/>
          <p:nvPr/>
        </p:nvSpPr>
        <p:spPr>
          <a:xfrm>
            <a:off x="2819400" y="1253236"/>
            <a:ext cx="631864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Without a structured digital </a:t>
            </a:r>
          </a:p>
          <a:p>
            <a:r>
              <a:rPr lang="en-US" dirty="0"/>
              <a:t>
portfolio system:</a:t>
            </a:r>
          </a:p>
          <a:p>
            <a:r>
              <a:rPr lang="en-US" dirty="0"/>
              <a:t>
Students struggle to demonstrate </a:t>
            </a:r>
          </a:p>
          <a:p>
            <a:r>
              <a:rPr lang="en-US" dirty="0"/>
              <a:t>
their competencies beyond grades </a:t>
            </a:r>
          </a:p>
          <a:p>
            <a:r>
              <a:rPr lang="en-US" dirty="0"/>
              <a:t>
and certificates.</a:t>
            </a:r>
          </a:p>
          <a:p>
            <a:r>
              <a:rPr lang="en-US" dirty="0"/>
              <a:t>
Teachers and mentors lack a </a:t>
            </a:r>
          </a:p>
          <a:p>
            <a:r>
              <a:rPr lang="en-US" dirty="0"/>
              <a:t>
centralized tool to evaluate student </a:t>
            </a:r>
          </a:p>
          <a:p>
            <a:r>
              <a:rPr lang="en-US" dirty="0"/>
              <a:t>
progress over </a:t>
            </a:r>
            <a:r>
              <a:rPr lang="en-US" dirty="0" err="1"/>
              <a:t>time.Without</a:t>
            </a:r>
            <a:r>
              <a:rPr lang="en-US" dirty="0"/>
              <a:t> a structured digital </a:t>
            </a:r>
          </a:p>
          <a:p>
            <a:r>
              <a:rPr lang="en-US" dirty="0"/>
              <a:t>portfolio system:</a:t>
            </a:r>
          </a:p>
          <a:p>
            <a:r>
              <a:rPr lang="en-US" dirty="0"/>
              <a:t>Students struggle to demonstrate </a:t>
            </a:r>
          </a:p>
          <a:p>
            <a:r>
              <a:rPr lang="en-US" dirty="0"/>
              <a:t>their competencies beyond grades </a:t>
            </a:r>
          </a:p>
          <a:p>
            <a:r>
              <a:rPr lang="en-US" dirty="0"/>
              <a:t>and certificates.</a:t>
            </a:r>
          </a:p>
          <a:p>
            <a:r>
              <a:rPr lang="en-US" dirty="0"/>
              <a:t>Teachers and mentors lack a </a:t>
            </a:r>
          </a:p>
          <a:p>
            <a:r>
              <a:rPr lang="en-US" dirty="0"/>
              <a:t>centralized tool to evaluate student </a:t>
            </a:r>
          </a:p>
          <a:p>
            <a:r>
              <a:rPr lang="en-US" dirty="0"/>
              <a:t>progress over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spc="5" dirty="0"/>
              <a:t>PROJECT	</a:t>
            </a:r>
            <a:r>
              <a:rPr sz="4250" spc="-20" dirty="0"/>
              <a:t>OVERVIEW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A626EB-CD79-898E-FA84-D866E1D1C737}"/>
              </a:ext>
            </a:extLst>
          </p:cNvPr>
          <p:cNvSpPr txBox="1"/>
          <p:nvPr/>
        </p:nvSpPr>
        <p:spPr>
          <a:xfrm>
            <a:off x="3053953" y="2422267"/>
            <a:ext cx="61079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“The Student Digital Portfolio is a dynamic platform that empowers </a:t>
            </a:r>
          </a:p>
          <a:p>
            <a:r>
              <a:rPr lang="en-US" dirty="0"/>
              <a:t>learners to showcase their academic achievements, skills, and </a:t>
            </a:r>
          </a:p>
          <a:p>
            <a:r>
              <a:rPr lang="en-US" dirty="0"/>
              <a:t>personal growth in an interactive and professional way, bridging the </a:t>
            </a:r>
          </a:p>
          <a:p>
            <a:r>
              <a:rPr lang="en-US" dirty="0"/>
              <a:t>gap between traditional records and modern digital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/>
              <a:t>W</a:t>
            </a:r>
            <a:r>
              <a:rPr sz="3200" spc="-20" dirty="0"/>
              <a:t>H</a:t>
            </a:r>
            <a:r>
              <a:rPr sz="3200" spc="20" dirty="0"/>
              <a:t>O</a:t>
            </a:r>
            <a:r>
              <a:rPr sz="3200" spc="-235" dirty="0"/>
              <a:t> </a:t>
            </a:r>
            <a:r>
              <a:rPr sz="3200" spc="-10" dirty="0"/>
              <a:t>AR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10" dirty="0"/>
              <a:t>T</a:t>
            </a:r>
            <a:r>
              <a:rPr sz="3200" spc="-15" dirty="0"/>
              <a:t>H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20" dirty="0"/>
              <a:t>E</a:t>
            </a:r>
            <a:r>
              <a:rPr sz="3200" spc="30" dirty="0"/>
              <a:t>N</a:t>
            </a:r>
            <a:r>
              <a:rPr sz="3200" spc="15" dirty="0"/>
              <a:t>D</a:t>
            </a:r>
            <a:r>
              <a:rPr sz="3200" spc="-45" dirty="0"/>
              <a:t> </a:t>
            </a:r>
            <a:r>
              <a:rPr sz="3200" dirty="0"/>
              <a:t>U</a:t>
            </a:r>
            <a:r>
              <a:rPr sz="3200" spc="10" dirty="0"/>
              <a:t>S</a:t>
            </a:r>
            <a:r>
              <a:rPr sz="3200" spc="-25" dirty="0"/>
              <a:t>E</a:t>
            </a:r>
            <a:r>
              <a:rPr sz="3200" spc="-10" dirty="0"/>
              <a:t>R</a:t>
            </a:r>
            <a:r>
              <a:rPr sz="3200" spc="5" dirty="0"/>
              <a:t>S?</a:t>
            </a:r>
            <a:endParaRPr sz="32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FB0988-2CA7-F1B0-1FA7-BE1477535C99}"/>
              </a:ext>
            </a:extLst>
          </p:cNvPr>
          <p:cNvSpPr txBox="1"/>
          <p:nvPr/>
        </p:nvSpPr>
        <p:spPr>
          <a:xfrm>
            <a:off x="1097161" y="1857375"/>
            <a:ext cx="420045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Designed for students to showcase growth, </a:t>
            </a:r>
          </a:p>
          <a:p>
            <a:r>
              <a:rPr lang="en-US" dirty="0"/>
              <a:t>educators to track </a:t>
            </a:r>
            <a:r>
              <a:rPr lang="en-US" dirty="0" err="1"/>
              <a:t>progrDesigned</a:t>
            </a:r>
            <a:r>
              <a:rPr lang="en-US" dirty="0"/>
              <a:t> for students to showcase growth, </a:t>
            </a:r>
          </a:p>
          <a:p>
            <a:r>
              <a:rPr lang="en-US" dirty="0"/>
              <a:t>
educators to track progress, and parents to witness </a:t>
            </a:r>
          </a:p>
          <a:p>
            <a:r>
              <a:rPr lang="en-US" dirty="0"/>
              <a:t>
achievements—all in one seamless </a:t>
            </a:r>
            <a:r>
              <a:rPr lang="en-US" dirty="0" err="1"/>
              <a:t>platform.ess</a:t>
            </a:r>
            <a:r>
              <a:rPr lang="en-US" dirty="0"/>
              <a:t>, and parents to witness </a:t>
            </a:r>
          </a:p>
          <a:p>
            <a:r>
              <a:rPr lang="en-US" dirty="0"/>
              <a:t>achievements—all in one seamless platform.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A7BC4D-ADB8-EBF3-3DBF-BA7E63C072DB}"/>
              </a:ext>
            </a:extLst>
          </p:cNvPr>
          <p:cNvSpPr txBox="1"/>
          <p:nvPr/>
        </p:nvSpPr>
        <p:spPr>
          <a:xfrm>
            <a:off x="2532379" y="381000"/>
            <a:ext cx="658440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Tools</a:t>
            </a:r>
          </a:p>
          <a:p>
            <a:r>
              <a:rPr lang="en-US" dirty="0"/>
              <a:t>1. </a:t>
            </a:r>
            <a:r>
              <a:rPr lang="en-US" dirty="0" err="1"/>
              <a:t>CodePen</a:t>
            </a:r>
            <a:r>
              <a:rPr lang="en-US" dirty="0"/>
              <a:t> – For building and showcasing </a:t>
            </a:r>
          </a:p>
          <a:p>
            <a:r>
              <a:rPr lang="en-US" dirty="0"/>
              <a:t>Small front-end projects (HTML, CSS, JS).</a:t>
            </a:r>
          </a:p>
          <a:p>
            <a:r>
              <a:rPr lang="en-US" dirty="0"/>
              <a:t>2. GitHub – For storing code, tracking </a:t>
            </a:r>
          </a:p>
          <a:p>
            <a:r>
              <a:rPr lang="en-US" dirty="0"/>
              <a:t>Versions, and sharing projects.</a:t>
            </a:r>
          </a:p>
          <a:p>
            <a:r>
              <a:rPr lang="en-US" dirty="0"/>
              <a:t>3. GitHub Pages – Free hosting service to </a:t>
            </a:r>
          </a:p>
          <a:p>
            <a:r>
              <a:rPr lang="en-US" dirty="0"/>
              <a:t>Publish a personal portfolio website.</a:t>
            </a:r>
          </a:p>
          <a:p>
            <a:r>
              <a:rPr lang="en-US" dirty="0"/>
              <a:t>4. Google Drive / OneDrive – To store </a:t>
            </a:r>
          </a:p>
          <a:p>
            <a:r>
              <a:rPr lang="en-US" dirty="0"/>
              <a:t>Certificates, documents, and project </a:t>
            </a:r>
          </a:p>
          <a:p>
            <a:r>
              <a:rPr lang="en-US" dirty="0"/>
              <a:t>Reports.</a:t>
            </a:r>
          </a:p>
          <a:p>
            <a:r>
              <a:rPr lang="en-US" b="1" dirty="0"/>
              <a:t>  Techniques</a:t>
            </a:r>
            <a:r>
              <a:rPr lang="en-US" dirty="0"/>
              <a:t> </a:t>
            </a:r>
          </a:p>
          <a:p>
            <a:r>
              <a:rPr lang="en-US" dirty="0"/>
              <a:t>1. Organize Projects Clearly – Showcase </a:t>
            </a:r>
          </a:p>
          <a:p>
            <a:r>
              <a:rPr lang="en-US" dirty="0"/>
              <a:t>work by category with short descriptions.</a:t>
            </a:r>
          </a:p>
          <a:p>
            <a:r>
              <a:rPr lang="en-US" dirty="0"/>
              <a:t>2. Showcase Live Demos – Embed </a:t>
            </a:r>
            <a:r>
              <a:rPr lang="en-US" dirty="0" err="1"/>
              <a:t>CodePen</a:t>
            </a:r>
            <a:r>
              <a:rPr lang="en-US" dirty="0"/>
              <a:t> </a:t>
            </a:r>
          </a:p>
          <a:p>
            <a:r>
              <a:rPr lang="en-US" dirty="0"/>
              <a:t>projects or use GitHub Pages for previews.</a:t>
            </a:r>
          </a:p>
          <a:p>
            <a:r>
              <a:rPr lang="en-US" dirty="0"/>
              <a:t>3. Maintain Consistency – Use a clean, </a:t>
            </a:r>
          </a:p>
          <a:p>
            <a:r>
              <a:rPr lang="en-US" dirty="0"/>
              <a:t>uniform design (fonts, colors, layout).</a:t>
            </a:r>
          </a:p>
          <a:p>
            <a:r>
              <a:rPr lang="en-US" dirty="0"/>
              <a:t>4. Highlight Skills &amp; Reflections – Link </a:t>
            </a:r>
          </a:p>
          <a:p>
            <a:r>
              <a:rPr lang="en-US" dirty="0"/>
              <a:t>projects to skills and share learning </a:t>
            </a:r>
          </a:p>
          <a:p>
            <a:r>
              <a:rPr lang="en-US" dirty="0"/>
              <a:t>outcomes.</a:t>
            </a:r>
          </a:p>
          <a:p>
            <a:r>
              <a:rPr lang="en-US" dirty="0"/>
              <a:t>5. Keep it Updated – Add new projects, </a:t>
            </a:r>
          </a:p>
          <a:p>
            <a:r>
              <a:rPr lang="en-US" dirty="0"/>
              <a:t>achievements, and improvements regularly.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AND FUNCTIONALITY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2A815-A4CB-A367-A42A-5B54EB63538A}"/>
              </a:ext>
            </a:extLst>
          </p:cNvPr>
          <p:cNvSpPr txBox="1"/>
          <p:nvPr/>
        </p:nvSpPr>
        <p:spPr>
          <a:xfrm>
            <a:off x="3053953" y="2145268"/>
            <a:ext cx="610790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Project Showcase – Ability to display </a:t>
            </a:r>
          </a:p>
          <a:p>
            <a:r>
              <a:rPr lang="en-US" dirty="0"/>
              <a:t>projects with descriptions, images, live </a:t>
            </a:r>
          </a:p>
          <a:p>
            <a:r>
              <a:rPr lang="en-US" dirty="0"/>
              <a:t>demos, and links to source code.</a:t>
            </a:r>
          </a:p>
          <a:p>
            <a:r>
              <a:rPr lang="en-US" dirty="0"/>
              <a:t>2. Interactive &amp; Accessible – Responsive </a:t>
            </a:r>
          </a:p>
          <a:p>
            <a:r>
              <a:rPr lang="en-US" dirty="0"/>
              <a:t>design, easy navigation, and multimedia </a:t>
            </a:r>
          </a:p>
          <a:p>
            <a:r>
              <a:rPr lang="en-US" dirty="0"/>
              <a:t>support (videos, embeds, documents).</a:t>
            </a:r>
          </a:p>
          <a:p>
            <a:r>
              <a:rPr lang="en-US" dirty="0"/>
              <a:t>3. Professional Connectivity – Integrated </a:t>
            </a:r>
          </a:p>
          <a:p>
            <a:r>
              <a:rPr lang="en-US" dirty="0"/>
              <a:t>contact section with links to email, </a:t>
            </a:r>
          </a:p>
          <a:p>
            <a:r>
              <a:rPr lang="en-US" dirty="0"/>
              <a:t>LinkedIn, GitHub, or resume.</a:t>
            </a:r>
          </a:p>
        </p:txBody>
      </p:sp>
    </p:spTree>
    <p:extLst>
      <p:ext uri="{BB962C8B-B14F-4D97-AF65-F5344CB8AC3E}">
        <p14:creationId xmlns:p14="http://schemas.microsoft.com/office/powerpoint/2010/main" val="2720660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250" spc="15" dirty="0"/>
              <a:t>RESULTS AND SCREENSHOTS</a:t>
            </a:r>
            <a:endParaRPr sz="4250" dirty="0"/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9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9CEB2-36E1-0550-426B-2FAF97882044}"/>
              </a:ext>
            </a:extLst>
          </p:cNvPr>
          <p:cNvSpPr txBox="1"/>
          <p:nvPr/>
        </p:nvSpPr>
        <p:spPr>
          <a:xfrm>
            <a:off x="2743200" y="2354703"/>
            <a:ext cx="85340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8517DB-995E-D833-4E2B-CA6F5BD898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170" y="719666"/>
            <a:ext cx="3489660" cy="54186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4578668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CONCLUSION</a:t>
            </a:r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CABC42-07C6-DF13-276F-0D971E933E42}"/>
              </a:ext>
            </a:extLst>
          </p:cNvPr>
          <p:cNvSpPr txBox="1"/>
          <p:nvPr/>
        </p:nvSpPr>
        <p:spPr>
          <a:xfrm>
            <a:off x="3053953" y="2837765"/>
            <a:ext cx="610790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portfolio highlights my growth, skills, and </a:t>
            </a:r>
          </a:p>
          <a:p>
            <a:r>
              <a:rPr lang="en-US" dirty="0"/>
              <a:t>
creativity as a learner. It reflects my progress so far </a:t>
            </a:r>
          </a:p>
          <a:p>
            <a:r>
              <a:rPr lang="en-US" dirty="0"/>
              <a:t>
and my commitment to keep learning, improving, </a:t>
            </a:r>
          </a:p>
          <a:p>
            <a:r>
              <a:rPr lang="en-US" dirty="0"/>
              <a:t>
and taking on new challenges in the </a:t>
            </a:r>
            <a:r>
              <a:rPr lang="en-US" dirty="0" err="1"/>
              <a:t>future.This</a:t>
            </a:r>
            <a:r>
              <a:rPr lang="en-US" dirty="0"/>
              <a:t> portfolio highlights my growth, skills, and </a:t>
            </a:r>
          </a:p>
          <a:p>
            <a:r>
              <a:rPr lang="en-US" dirty="0"/>
              <a:t>creativity as a learner. It reflects my progress so far </a:t>
            </a:r>
          </a:p>
          <a:p>
            <a:r>
              <a:rPr lang="en-US" dirty="0"/>
              <a:t>and my commitment to keep learning, improving, </a:t>
            </a:r>
          </a:p>
          <a:p>
            <a:r>
              <a:rPr lang="en-US" dirty="0"/>
              <a:t>and taking on new challenges in the future.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4A411-57E9-6BF6-3F50-3A2CCAFDA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C5DD6E-E497-D433-0C99-5EA358C9BE39}"/>
              </a:ext>
            </a:extLst>
          </p:cNvPr>
          <p:cNvSpPr txBox="1"/>
          <p:nvPr/>
        </p:nvSpPr>
        <p:spPr>
          <a:xfrm>
            <a:off x="3053953" y="3253263"/>
            <a:ext cx="61079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https://github.com/niharshna-lang/Niharshna.githttps://github.com/niharshna-lang/Niharshna.git</a:t>
            </a:r>
          </a:p>
        </p:txBody>
      </p:sp>
    </p:spTree>
    <p:extLst>
      <p:ext uri="{BB962C8B-B14F-4D97-AF65-F5344CB8AC3E}">
        <p14:creationId xmlns:p14="http://schemas.microsoft.com/office/powerpoint/2010/main" val="843985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</TotalTime>
  <Words>87</Words>
  <Application>Microsoft Office PowerPoint</Application>
  <PresentationFormat>Widescreen</PresentationFormat>
  <Paragraphs>39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Digital Portfolio  </vt:lpstr>
      <vt:lpstr>PROJECT TITLE         STUDENT DIGITAL  PORTFOLIO </vt:lpstr>
      <vt:lpstr>AGENDA</vt:lpstr>
      <vt:lpstr>PROBLEM STATEMENT</vt:lpstr>
      <vt:lpstr>PROJECT OVERVIEW</vt:lpstr>
      <vt:lpstr>WHO ARE THE END USERS?</vt:lpstr>
      <vt:lpstr>PowerPoint Presentation</vt:lpstr>
      <vt:lpstr>FEATURES AND FUNCTIONALITY</vt:lpstr>
      <vt:lpstr>RESULTS AND SCREENSHOTS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  </dc:title>
  <dc:creator>Konduru Narasimha</dc:creator>
  <cp:lastModifiedBy>moorthisubu1983@gmail.com</cp:lastModifiedBy>
  <cp:revision>24</cp:revision>
  <dcterms:created xsi:type="dcterms:W3CDTF">2024-03-29T15:07:22Z</dcterms:created>
  <dcterms:modified xsi:type="dcterms:W3CDTF">2025-09-01T11:52:55Z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